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Portfolio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 the Global Security Layer for Financial Intelligence.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745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Abba Lawal — immigrant founder. UK regulatory edge → global scalability (US, EU, Asia).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Split-Brain architecture: deterministic edge compilation + stateless frontier reasoning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1520" y="3246120"/>
            <a:ext cx="3566160" cy="233172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3246120"/>
            <a:ext cx="3566160" cy="233172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3246120"/>
            <a:ext cx="3200400" cy="233172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 GAP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2104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38862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IndexedDB (raw ledger)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Builder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CSV import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3886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/api/ai/chat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 + tier gate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26280" y="4892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context only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49640" y="3886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(primary)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(fallback)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response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Villain: Sovereignty Lockout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~$100T AUM industry is locked out of the AI revolution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5740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wealth cannot adopt frontier reasoning if raw ledgers must cross borders.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+ retention risk turns AI features into a regulatory liability.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incumbents stall — and the market waits for an infrastructure breakthrough.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Problem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reasoning matured. Compliance tightened. The gateway market is opening.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5740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deliver analyst-grade reasoning — but regulated firms cannot export raw portfolios.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WealthTech needs an “AI layer” without becoming a raw-ledger data processor.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pattern: minimize egress, prove boundary, keep inference stateless.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Timing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Stateless AI Gateway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without the utility trade-off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94560"/>
            <a:ext cx="3611880" cy="15544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26280" y="2194560"/>
            <a:ext cx="3611880" cy="15544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2194560"/>
            <a:ext cx="3611880" cy="15544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331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compiler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26280" y="2331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 boundary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2331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reasoning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880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PII-free aggregate context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2880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/api/ai/chat (no payload DB)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0" y="28803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fallback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60520" y="2514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7863840" y="251460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868680" y="42062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mode: raw ledger stays local; only aggregates cross the boundary.</a:t>
            </a:r>
            <a:endParaRPr lang="en-US" sz="1800" dirty="0"/>
          </a:p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stateless: (context, question) → streaming answer.</a:t>
            </a:r>
            <a:endParaRPr lang="en-US" sz="1800" dirty="0"/>
          </a:p>
          <a:p>
            <a:pPr marL="228600" indent="-228600">
              <a:spcAft>
                <a:spcPts val="1080"/>
              </a:spcAft>
              <a:buSzPct val="100000"/>
              <a:buChar char="•"/>
            </a:pPr>
            <a:r>
              <a:rPr lang="en-US" sz="1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narrative is built into architecture, not bolted on.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Solution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Proprietary Moat: Structural Compliance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UK company can serve banks globally without data residency headaches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pic>
        <p:nvPicPr>
          <p:cNvPr id="7" name="Image 1" descr="docs\marketing\_tmp-hybrid-arch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11155680" cy="4526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6309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compiles PII-free aggregates locally. Stateless API streams answers — no payload database.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 Global Demand Signal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local project — a global platform with a Salford HQ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057400"/>
            <a:ext cx="2788920" cy="10972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users (28d)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2496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4712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794760" y="2057400"/>
            <a:ext cx="2788920" cy="10972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users (28d)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1920" y="2496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4669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766560" y="2057400"/>
            <a:ext cx="2788920" cy="10972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03720" y="2496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5090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9738360" y="2057400"/>
            <a:ext cx="2788920" cy="109728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0" y="219456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sessions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875520" y="2496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68680" y="3474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 sources (sessions):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3794760"/>
            <a:ext cx="5577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(direct) / (none): 3774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/ organic: 678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chatgpt.com / referral: 234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 / hero_cta: 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bing / organic: 46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chatgpt.com / (not set): 46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2940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footprint (GSC clicks):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29400" y="37947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countries: India · United States · Germany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present: Vietnam · Cambodia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portfolio: pos 4.24 (45 clicks)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republic export csv: pos 6.45 (5 clicks)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republic csv export: pos 7.53 (4 clicks)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Note: rankings are directional; positions in export are ~6–8 for Trade Republic CSV terms.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Traction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Compliance-constrained AI in WealthTech is an infrastructure wedge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5740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world’s wealth industry is primed for AI — but sovereignty blocks adoption.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WealthTech platforms and banks that need “AI features” without becoming a data exporter.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compliance-first gateway is the fastest path to global rollout.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Market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Architecture-Based Compliance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Structurally incapable of leaking raw ledgers (by default)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5740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 by construction: edge compiler outputs aggregates only (no raw rows).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boundary: no server-side portfolio DB to breach.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payload minimization: network tab shows bounded context size.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attachments are opt-in and tier-gated (speaker note).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Moat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Enterprise API — with a B2C lab as our unfair advantage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148840"/>
            <a:ext cx="5394960" cy="182880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2148840"/>
            <a:ext cx="5120640" cy="182880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286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B2C App = Data &amp; Testing Lab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Club: GBP 12/mo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51560" y="3246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sanitization algorithms with real-world edge cases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Enterprise API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gateway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83680" y="3200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Financial AI API for banks + WealthTech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Monetization engine live; first conversion secured; 4,700+ users in the high-intent pipeline.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4709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reporting: track separately from GA exports (GA snapshot total revenue = 0).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Business Model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B0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with Tech Nation’s iconic founders to scale globally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8992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docs\marketing\_tmp-pp-mon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389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05740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Lawal — immigrant founder building the global security layer for financial intelligence.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introductions to iconic immigrant founders + early design partners in banks / WealthTech.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scale Pocket Portfolio into the global standard for Stateless Financial AI.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5440680"/>
            <a:ext cx="10698480" cy="914400"/>
          </a:xfrm>
          <a:prstGeom prst="roundRect">
            <a:avLst/>
          </a:prstGeom>
          <a:solidFill>
            <a:srgbClr val="111114"/>
          </a:solidFill>
          <a:ln w="12700">
            <a:solidFill>
              <a:srgbClr val="2A2A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6692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90 days: 1) Convert global demand into B2B pilots  2) Ship “audit-ready boundary pack”  3) Expand provider partnerships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 Portfolio | Ask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Pocket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Sovereign Financial AI pitch deck</dc:subject>
  <dc:creator>Pocket Portfolio</dc:creator>
  <cp:lastModifiedBy>Pocket Portfolio</cp:lastModifiedBy>
  <cp:revision>1</cp:revision>
  <dcterms:created xsi:type="dcterms:W3CDTF">2026-03-31T16:46:46Z</dcterms:created>
  <dcterms:modified xsi:type="dcterms:W3CDTF">2026-03-31T16:46:46Z</dcterms:modified>
</cp:coreProperties>
</file>